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2" r:id="rId3"/>
    <p:sldId id="263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997332-9963-CF3B-927B-403B4B59D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643E2A8-9F7D-4F77-59D4-AC7193FB34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017F40D-405F-F780-5808-E620556F5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5558-630D-4053-AAD2-4EC500A4E6C5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66BA1C-1F00-DF22-EA4D-A8DA8F4E2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A278EE-BDB1-9F0E-1A4F-ED7E93336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CCB45-6A21-4FF2-AC6C-4E50950A53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4193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E983FF-05AB-2C4D-D1F2-24E45E524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1FE6C0-CDA0-D8A0-741D-C195C2606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BAFCAA-B758-B891-44A2-0D962CBC3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5558-630D-4053-AAD2-4EC500A4E6C5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95639A-297D-7C1A-60F3-737AE6174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BD509F6-E73C-63D8-8908-7B758F026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CCB45-6A21-4FF2-AC6C-4E50950A53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1166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BC5AC3-6F95-9CC9-FD3F-B5CBD1854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817EA6-A26D-15AF-20B5-80EF03795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2257A2-5E31-D3B6-E74B-1152CA517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5558-630D-4053-AAD2-4EC500A4E6C5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34C5C0-A123-EB69-BFD9-4B04374D6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87B408-312D-E47E-DF77-C764678A5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CCB45-6A21-4FF2-AC6C-4E50950A53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69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5D6B7B-2FE7-F4D9-C678-09A8C76AA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6BAE1E-D4DE-6D13-57F5-D8769E844C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3F3A3C-FDA2-2988-C4E5-C59A873EB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E9CDDFB-C2FE-5B0A-DF86-8710212C2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5558-630D-4053-AAD2-4EC500A4E6C5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EC7140C-651E-176D-F8CF-7C03C1D1F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6807878-7467-5F0B-043B-C2A5A6927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CCB45-6A21-4FF2-AC6C-4E50950A53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7257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E9E1CE-5118-DE36-FE1E-639FADF1D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EE636AE-D2D0-E9CC-D787-48338FA7D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4A4E0BF-6564-CC49-A23C-466F11F5C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52EDAE6-4AF2-0B51-3A97-BDEFADF978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4227A32-BAD6-312A-80AC-DE4236E3DE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EC5CA4B-17FF-CCA0-F42D-B65F826E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5558-630D-4053-AAD2-4EC500A4E6C5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D9D65E6-0504-B32F-746C-57BC1EF52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66DA049-470F-9F74-BF7F-0D5B01A11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CCB45-6A21-4FF2-AC6C-4E50950A53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7208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CDC6C2-2810-B396-571F-CAF2D2940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ACC64AE-1EA8-B8D9-A09D-A58CC3A55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5558-630D-4053-AAD2-4EC500A4E6C5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43D6BFF-C55E-5F78-9F0E-68596EED1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2432843-D24E-598D-AF94-1C7BC5A31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CCB45-6A21-4FF2-AC6C-4E50950A53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7599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0D72BF6-0EDB-CA82-46C8-956C7C7DC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5558-630D-4053-AAD2-4EC500A4E6C5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132522C-179A-8D12-F7F3-6CB352DD8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B046B1-3A0E-6C9F-6DD2-6E888F6F8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CCB45-6A21-4FF2-AC6C-4E50950A53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0841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E7203D-ED86-1850-EBCC-71072BFC9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F48B5E-C44D-0EA2-B802-555364845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2D56A47-3E9D-D133-6EE3-4D86F4056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4D4365C-3558-374C-7713-C41191362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5558-630D-4053-AAD2-4EC500A4E6C5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D0C19A7-7B97-C452-A1D8-F9002683E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8C60F59-C751-9EE1-DDF9-9B426EB22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CCB45-6A21-4FF2-AC6C-4E50950A53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8437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8AB952-4EF5-BCAA-A1E1-64213BADD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65984C5-4A6F-ED8E-96CC-F931D5AA84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97F4A85-AABB-25E6-59AE-7AD47BE5B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A574F34-B6C4-FA60-02A0-8711E9459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5558-630D-4053-AAD2-4EC500A4E6C5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89726B3-2DF2-14D4-54FA-9A624274C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2BD487-8081-3744-4391-3E05F89CA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CCB45-6A21-4FF2-AC6C-4E50950A53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0242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62752B-BE98-2624-E7DA-7A7E44D62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00EC656-9B07-7614-471D-01634C2D8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45F814-4113-D69E-992C-B27F67374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5558-630D-4053-AAD2-4EC500A4E6C5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86480A-D9E1-38CD-51A7-E5F663D0E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87C92A-5BD0-BC3A-E809-3C74DDE10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CCB45-6A21-4FF2-AC6C-4E50950A53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2593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7845F1A-E5B2-02D6-FAA8-CF4C608453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57F9B4D-80C1-BBF5-7860-36137C92BA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DB407FE-AA3E-37B0-F8C9-EAF7E87C3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05558-630D-4053-AAD2-4EC500A4E6C5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88A8CD-3578-D9C2-8851-4AA7EA029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B87B205-2D07-DBBA-D44F-A5ED3EAC8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CCB45-6A21-4FF2-AC6C-4E50950A53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0530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00DA28F-E084-62BE-CB6F-18A87A4C7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405B216-6C0A-B2D2-C544-D8158404F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9AF05F-4BAA-86F7-B783-6175232CA8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05558-630D-4053-AAD2-4EC500A4E6C5}" type="datetimeFigureOut">
              <a:rPr lang="fr-FR" smtClean="0"/>
              <a:t>07/12/2025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C92A50-A782-E730-EBD9-6AB696DDF7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D0B7CE-7F6E-FF7E-5069-8804202368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2CCB45-6A21-4FF2-AC6C-4E50950A537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9794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818A11-FA52-00AD-632E-3CA064B771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87" y="1246943"/>
            <a:ext cx="10616839" cy="1646302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u="sng" dirty="0"/>
              <a:t>Projet tutoré : plateforme de e-learning personnalisé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B0BB4AA-F248-82D0-A234-1E43DD6B5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35" y="5440084"/>
            <a:ext cx="7766936" cy="491985"/>
          </a:xfrm>
        </p:spPr>
        <p:txBody>
          <a:bodyPr/>
          <a:lstStyle/>
          <a:p>
            <a:pPr algn="l"/>
            <a:r>
              <a:rPr lang="fr-FR" b="1" u="sng" dirty="0"/>
              <a:t>Auteur</a:t>
            </a:r>
            <a:r>
              <a:rPr lang="fr-FR" b="1" dirty="0"/>
              <a:t> : SAWADOGO Abdoul Fataf Sébastien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F862B23D-3619-30BB-C1D8-016E17E92777}"/>
              </a:ext>
            </a:extLst>
          </p:cNvPr>
          <p:cNvSpPr txBox="1">
            <a:spLocks/>
          </p:cNvSpPr>
          <p:nvPr/>
        </p:nvSpPr>
        <p:spPr>
          <a:xfrm>
            <a:off x="404599" y="4329692"/>
            <a:ext cx="7766936" cy="4919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b="1" dirty="0"/>
              <a:t>Démo en capture d’écran</a:t>
            </a:r>
          </a:p>
        </p:txBody>
      </p:sp>
    </p:spTree>
    <p:extLst>
      <p:ext uri="{BB962C8B-B14F-4D97-AF65-F5344CB8AC3E}">
        <p14:creationId xmlns:p14="http://schemas.microsoft.com/office/powerpoint/2010/main" val="1107836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7FE3C7-F79F-6FBD-2301-925B93417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915" y="0"/>
            <a:ext cx="10515600" cy="675735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Lancement des servers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6D536B-29A9-F845-2FEA-229D1FC93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75735"/>
            <a:ext cx="10515600" cy="1014852"/>
          </a:xfrm>
        </p:spPr>
        <p:txBody>
          <a:bodyPr/>
          <a:lstStyle/>
          <a:p>
            <a:r>
              <a:rPr lang="fr-FR" dirty="0"/>
              <a:t>python manage.py </a:t>
            </a:r>
            <a:r>
              <a:rPr lang="fr-FR" dirty="0" err="1"/>
              <a:t>runserver</a:t>
            </a:r>
            <a:endParaRPr lang="fr-FR" dirty="0"/>
          </a:p>
          <a:p>
            <a:r>
              <a:rPr lang="fr-FR" dirty="0"/>
              <a:t>flutter run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23E6C54-E78F-5434-47D4-633ED052A5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56426"/>
            <a:ext cx="6096000" cy="530157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0AF280D-5D39-DED9-56C2-3F90383C65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56426"/>
            <a:ext cx="6096000" cy="530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812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621FC9-23EB-429B-AF71-212358F8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285" y="0"/>
            <a:ext cx="10515600" cy="549275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Admin Django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8522355-C35F-E745-96EA-FD10E1880D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345" y="1215958"/>
            <a:ext cx="10097310" cy="5418306"/>
          </a:xfrm>
        </p:spPr>
      </p:pic>
    </p:spTree>
    <p:extLst>
      <p:ext uri="{BB962C8B-B14F-4D97-AF65-F5344CB8AC3E}">
        <p14:creationId xmlns:p14="http://schemas.microsoft.com/office/powerpoint/2010/main" val="1716344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74837E-AC90-4845-EE85-929FECE9E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058" y="91840"/>
            <a:ext cx="8596668" cy="616085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Page d’authentification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56A01B-36C3-7CC8-9019-E2DDD296C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66811"/>
            <a:ext cx="8596668" cy="825802"/>
          </a:xfrm>
        </p:spPr>
        <p:txBody>
          <a:bodyPr>
            <a:normAutofit fontScale="92500" lnSpcReduction="20000"/>
          </a:bodyPr>
          <a:lstStyle/>
          <a:p>
            <a:r>
              <a:rPr lang="fr-FR" dirty="0"/>
              <a:t>Connexion </a:t>
            </a:r>
          </a:p>
          <a:p>
            <a:r>
              <a:rPr lang="fr-FR" dirty="0"/>
              <a:t>Inscription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BF4AAD4-D12C-4526-6A66-7CD080DC93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2036"/>
            <a:ext cx="6301560" cy="523596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9BDA9C0-4F94-5F25-99A4-3879252496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560" y="1622036"/>
            <a:ext cx="5890440" cy="523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945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3A25F3-7AB8-76C6-8DF4-B11D22E0B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187" y="0"/>
            <a:ext cx="10515600" cy="6270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Page de catalogue des cours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8A143DDD-4720-489D-704E-AA404E82D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36127"/>
            <a:ext cx="10515600" cy="1073218"/>
          </a:xfrm>
        </p:spPr>
        <p:txBody>
          <a:bodyPr/>
          <a:lstStyle/>
          <a:p>
            <a:r>
              <a:rPr lang="fr-FR" dirty="0"/>
              <a:t>Tous les cours disponibles</a:t>
            </a:r>
          </a:p>
          <a:p>
            <a:r>
              <a:rPr lang="fr-FR" dirty="0"/>
              <a:t>Ainsi que leur niveau (intermédiaire, débutant )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4ED758A-148A-EAB8-6222-8284F6059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29" y="1918376"/>
            <a:ext cx="9328826" cy="436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022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AA65F1-3410-5E22-F467-CA1C9ECCD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26851"/>
          </a:xfrm>
        </p:spPr>
        <p:txBody>
          <a:bodyPr/>
          <a:lstStyle/>
          <a:p>
            <a:pPr algn="ctr"/>
            <a:r>
              <a:rPr lang="fr-FR" dirty="0"/>
              <a:t>Page de cours ainsi que les leçons disponibles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143B3D-933C-33AA-8168-27436413B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43" y="826851"/>
            <a:ext cx="10515600" cy="518741"/>
          </a:xfrm>
        </p:spPr>
        <p:txBody>
          <a:bodyPr/>
          <a:lstStyle/>
          <a:p>
            <a:r>
              <a:rPr lang="fr-FR" dirty="0"/>
              <a:t>Leçon avec les quiz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B6311A6-0E88-4053-4C11-624D201265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412" y="1345592"/>
            <a:ext cx="9983821" cy="551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517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02329E-8B16-7A46-CBC7-EC50BA4F4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791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Forum pour les discutions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3E078A-AAA6-302E-7B7D-ED6E7F518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3038"/>
            <a:ext cx="10515600" cy="924128"/>
          </a:xfrm>
        </p:spPr>
        <p:txBody>
          <a:bodyPr>
            <a:normAutofit lnSpcReduction="10000"/>
          </a:bodyPr>
          <a:lstStyle/>
          <a:p>
            <a:r>
              <a:rPr lang="fr-FR" dirty="0"/>
              <a:t>Commencer a discuter</a:t>
            </a:r>
          </a:p>
          <a:p>
            <a:r>
              <a:rPr lang="fr-FR" dirty="0"/>
              <a:t>Et publier la discussion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B40305E-7CAF-5386-B459-DEC553F5E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016799"/>
            <a:ext cx="6096000" cy="476337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6747E79-17BA-60EE-0066-A2BB3032D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791" y="2016799"/>
            <a:ext cx="6005208" cy="476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30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674FD1-7FB3-9FFC-E44C-D704D9EFD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profile de l’utilisateur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7D37AE0-9703-1AC8-8BB0-65AC25E207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139" y="1796441"/>
            <a:ext cx="9358009" cy="4516809"/>
          </a:xfrm>
        </p:spPr>
      </p:pic>
    </p:spTree>
    <p:extLst>
      <p:ext uri="{BB962C8B-B14F-4D97-AF65-F5344CB8AC3E}">
        <p14:creationId xmlns:p14="http://schemas.microsoft.com/office/powerpoint/2010/main" val="370421986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323</TotalTime>
  <Words>78</Words>
  <Application>Microsoft Office PowerPoint</Application>
  <PresentationFormat>Grand écran</PresentationFormat>
  <Paragraphs>19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Thème Office</vt:lpstr>
      <vt:lpstr>Projet tutoré : plateforme de e-learning personnalisé</vt:lpstr>
      <vt:lpstr>Lancement des servers</vt:lpstr>
      <vt:lpstr>Admin Django</vt:lpstr>
      <vt:lpstr>Page d’authentification</vt:lpstr>
      <vt:lpstr>Page de catalogue des cours</vt:lpstr>
      <vt:lpstr>Page de cours ainsi que les leçons disponibles</vt:lpstr>
      <vt:lpstr>Forum pour les discutions</vt:lpstr>
      <vt:lpstr>Le profile de l’utilisateur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A.F Sébastien Sawadogo</dc:creator>
  <cp:lastModifiedBy>A.F Sébastien Sawadogo</cp:lastModifiedBy>
  <cp:revision>1</cp:revision>
  <dcterms:created xsi:type="dcterms:W3CDTF">2025-12-07T17:33:38Z</dcterms:created>
  <dcterms:modified xsi:type="dcterms:W3CDTF">2025-12-07T22:56:39Z</dcterms:modified>
</cp:coreProperties>
</file>